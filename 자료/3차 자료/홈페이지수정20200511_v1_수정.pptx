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6" r:id="rId4"/>
    <p:sldId id="272" r:id="rId5"/>
    <p:sldId id="275" r:id="rId6"/>
    <p:sldId id="273" r:id="rId7"/>
    <p:sldId id="274" r:id="rId8"/>
    <p:sldId id="278" r:id="rId9"/>
    <p:sldId id="279" r:id="rId10"/>
    <p:sldId id="277" r:id="rId11"/>
    <p:sldId id="280" r:id="rId12"/>
    <p:sldId id="281" r:id="rId13"/>
    <p:sldId id="265" r:id="rId14"/>
    <p:sldId id="289" r:id="rId15"/>
    <p:sldId id="290" r:id="rId16"/>
    <p:sldId id="291" r:id="rId17"/>
    <p:sldId id="292" r:id="rId18"/>
    <p:sldId id="293" r:id="rId19"/>
    <p:sldId id="282" r:id="rId20"/>
    <p:sldId id="287" r:id="rId21"/>
    <p:sldId id="284" r:id="rId22"/>
    <p:sldId id="286" r:id="rId23"/>
    <p:sldId id="283" r:id="rId24"/>
    <p:sldId id="288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30" clrIdx="0">
    <p:extLst>
      <p:ext uri="{19B8F6BF-5375-455C-9EA6-DF929625EA0E}">
        <p15:presenceInfo xmlns:p15="http://schemas.microsoft.com/office/powerpoint/2012/main" userId=" 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802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59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21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88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2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623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332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31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823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29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448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7E3BD-9E75-4487-BEF7-C86741923CB9}" type="datetimeFigureOut">
              <a:rPr lang="ko-KR" altLang="en-US" smtClean="0"/>
              <a:t>2020-05-14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067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c.dgist.ac.k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://son1001.blogspot.com/2015/05/blog-post_11.htm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nc.dgist.ac.kr/index.php?mid=page_uLFe18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9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B1521-BACE-4C15-BBD3-A74D4ED4A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전반적인 수정사항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177D57-3C61-4827-827A-48D06A412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홈페이지 내용은 전부 영어로 통일 부탁드립니다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사진 요구하시는 조건들 보니까 </a:t>
            </a:r>
            <a:r>
              <a:rPr lang="ko-KR" altLang="en-US" dirty="0" err="1"/>
              <a:t>픽셀값에</a:t>
            </a:r>
            <a:r>
              <a:rPr lang="ko-KR" altLang="en-US" dirty="0"/>
              <a:t> 맞춘 사진을 요구하시던데 그럼 이미지를 </a:t>
            </a:r>
            <a:r>
              <a:rPr lang="ko-KR" altLang="en-US" dirty="0" err="1"/>
              <a:t>픽셀값</a:t>
            </a:r>
            <a:r>
              <a:rPr lang="ko-KR" altLang="en-US" dirty="0"/>
              <a:t> 넣어서 하드코딩으로 넣으시는 것 맞습니까</a:t>
            </a:r>
            <a:r>
              <a:rPr lang="en-US" altLang="ko-KR" dirty="0"/>
              <a:t>?</a:t>
            </a:r>
            <a:r>
              <a:rPr lang="ko-KR" altLang="en-US" dirty="0"/>
              <a:t> 그럼 프레임 같은 부분도 화면 비율의 </a:t>
            </a:r>
            <a:r>
              <a:rPr lang="ko-KR" altLang="en-US" dirty="0" err="1"/>
              <a:t>퍼센테이지가</a:t>
            </a:r>
            <a:r>
              <a:rPr lang="ko-KR" altLang="en-US" dirty="0"/>
              <a:t> 아닌 픽셀사이즈로 </a:t>
            </a:r>
            <a:r>
              <a:rPr lang="ko-KR" altLang="en-US" dirty="0" err="1"/>
              <a:t>하드코딩되어</a:t>
            </a:r>
            <a:r>
              <a:rPr lang="ko-KR" altLang="en-US" dirty="0"/>
              <a:t> 있습니까</a:t>
            </a:r>
            <a:r>
              <a:rPr lang="en-US" altLang="ko-KR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99507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02A2DB7-A35A-4A8A-9BA4-F280855B3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3272"/>
            <a:ext cx="12192000" cy="587188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0360987-3CC8-48E9-96B7-AD6BB776F47C}"/>
              </a:ext>
            </a:extLst>
          </p:cNvPr>
          <p:cNvSpPr/>
          <p:nvPr/>
        </p:nvSpPr>
        <p:spPr>
          <a:xfrm>
            <a:off x="65103" y="64337"/>
            <a:ext cx="113693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: </a:t>
            </a:r>
            <a:r>
              <a:rPr lang="ko-KR" altLang="en-US" dirty="0"/>
              <a:t>프레임이 </a:t>
            </a:r>
            <a:r>
              <a:rPr lang="en-US" altLang="ko-KR" dirty="0"/>
              <a:t>5</a:t>
            </a:r>
            <a:r>
              <a:rPr lang="ko-KR" altLang="en-US" dirty="0"/>
              <a:t>개로 너무 많습니다</a:t>
            </a:r>
            <a:r>
              <a:rPr lang="en-US" altLang="ko-KR" dirty="0"/>
              <a:t>-&gt;2</a:t>
            </a:r>
            <a:r>
              <a:rPr lang="ko-KR" altLang="en-US" dirty="0"/>
              <a:t>프레임 정도로 줄이고 프레임 하나에 플래시로</a:t>
            </a:r>
            <a:r>
              <a:rPr lang="en-US" altLang="ko-KR" dirty="0"/>
              <a:t>(</a:t>
            </a:r>
            <a:r>
              <a:rPr lang="en-US" altLang="ko-KR" dirty="0">
                <a:hlinkClick r:id="rId3"/>
              </a:rPr>
              <a:t>https://nc.dgist.ac.kr/</a:t>
            </a:r>
            <a:r>
              <a:rPr lang="en-US" altLang="ko-KR" dirty="0"/>
              <a:t> </a:t>
            </a:r>
            <a:r>
              <a:rPr lang="ko-KR" altLang="en-US" dirty="0"/>
              <a:t>참조</a:t>
            </a:r>
            <a:r>
              <a:rPr lang="en-US" altLang="ko-KR" dirty="0"/>
              <a:t>). </a:t>
            </a:r>
            <a:r>
              <a:rPr lang="ko-KR" altLang="en-US" dirty="0"/>
              <a:t>사진들은 일정시간마다 자동으로 서로 전환되어 넘어가고</a:t>
            </a:r>
            <a:endParaRPr lang="en-US" altLang="ko-KR" dirty="0"/>
          </a:p>
          <a:p>
            <a:r>
              <a:rPr lang="ko-KR" altLang="en-US" dirty="0"/>
              <a:t>마우스로 특정 부분 조작에 의해서</a:t>
            </a:r>
            <a:r>
              <a:rPr lang="en-US" altLang="ko-KR" dirty="0"/>
              <a:t>(</a:t>
            </a:r>
            <a:r>
              <a:rPr lang="ko-KR" altLang="en-US" dirty="0"/>
              <a:t>아래그림에선 원</a:t>
            </a:r>
            <a:r>
              <a:rPr lang="en-US" altLang="ko-KR" dirty="0"/>
              <a:t>) </a:t>
            </a:r>
            <a:r>
              <a:rPr lang="ko-KR" altLang="en-US" dirty="0"/>
              <a:t>이동 가능하게 해주세요</a:t>
            </a:r>
            <a:endParaRPr lang="en-US" altLang="ko-KR" dirty="0"/>
          </a:p>
          <a:p>
            <a:r>
              <a:rPr lang="ko-KR" altLang="en-US" dirty="0"/>
              <a:t>원 부분은 디자인적으로 알맞다고 생각되는 색깔</a:t>
            </a:r>
            <a:r>
              <a:rPr lang="en-US" altLang="ko-KR" dirty="0"/>
              <a:t>, </a:t>
            </a:r>
            <a:r>
              <a:rPr lang="ko-KR" altLang="en-US" dirty="0"/>
              <a:t>크기</a:t>
            </a:r>
            <a:r>
              <a:rPr lang="en-US" altLang="ko-KR" dirty="0"/>
              <a:t>, </a:t>
            </a:r>
            <a:r>
              <a:rPr lang="ko-KR" altLang="en-US" dirty="0"/>
              <a:t>위치로 해주세요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023C83-C930-4CFA-8417-098CDAC4CD05}"/>
              </a:ext>
            </a:extLst>
          </p:cNvPr>
          <p:cNvSpPr/>
          <p:nvPr/>
        </p:nvSpPr>
        <p:spPr>
          <a:xfrm>
            <a:off x="0" y="1837678"/>
            <a:ext cx="12192000" cy="50957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1449FD-32A7-4B32-94C6-B9E025F40C16}"/>
              </a:ext>
            </a:extLst>
          </p:cNvPr>
          <p:cNvSpPr/>
          <p:nvPr/>
        </p:nvSpPr>
        <p:spPr>
          <a:xfrm>
            <a:off x="1358283" y="2452780"/>
            <a:ext cx="9321554" cy="37260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ART LAB LOGO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BC2341-8B2E-4A7F-9752-235211FC0CE3}"/>
              </a:ext>
            </a:extLst>
          </p:cNvPr>
          <p:cNvSpPr/>
          <p:nvPr/>
        </p:nvSpPr>
        <p:spPr>
          <a:xfrm>
            <a:off x="1358283" y="2452780"/>
            <a:ext cx="9321554" cy="37260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연구내용 관련 그림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AECB2B7-CF3A-444A-8CF8-C2E7BE686CD6}"/>
              </a:ext>
            </a:extLst>
          </p:cNvPr>
          <p:cNvSpPr/>
          <p:nvPr/>
        </p:nvSpPr>
        <p:spPr>
          <a:xfrm>
            <a:off x="1615736" y="5936219"/>
            <a:ext cx="168676" cy="1538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C5B7907-48E6-4652-8123-FAD6E451A74F}"/>
              </a:ext>
            </a:extLst>
          </p:cNvPr>
          <p:cNvSpPr/>
          <p:nvPr/>
        </p:nvSpPr>
        <p:spPr>
          <a:xfrm>
            <a:off x="1957527" y="5936218"/>
            <a:ext cx="168676" cy="1538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9E5B38F-C29C-4CCE-A72F-8D78B32EE257}"/>
              </a:ext>
            </a:extLst>
          </p:cNvPr>
          <p:cNvSpPr/>
          <p:nvPr/>
        </p:nvSpPr>
        <p:spPr>
          <a:xfrm>
            <a:off x="2299318" y="5936218"/>
            <a:ext cx="168676" cy="1538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E7F7EA6-57EC-48E9-859E-D39CCA1712E5}"/>
              </a:ext>
            </a:extLst>
          </p:cNvPr>
          <p:cNvSpPr/>
          <p:nvPr/>
        </p:nvSpPr>
        <p:spPr>
          <a:xfrm>
            <a:off x="2641109" y="5936218"/>
            <a:ext cx="168676" cy="1538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D0B325A-E5FA-48A3-AFFF-4AF6A67F7B02}"/>
              </a:ext>
            </a:extLst>
          </p:cNvPr>
          <p:cNvSpPr/>
          <p:nvPr/>
        </p:nvSpPr>
        <p:spPr>
          <a:xfrm>
            <a:off x="2996219" y="5936218"/>
            <a:ext cx="168676" cy="1538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314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E5EDDDA-8B31-41BF-BF44-8B4A4208B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6118"/>
            <a:ext cx="12192000" cy="587188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A6E18A5-8EB0-41A8-B6DF-91B4D14A26A2}"/>
              </a:ext>
            </a:extLst>
          </p:cNvPr>
          <p:cNvSpPr/>
          <p:nvPr/>
        </p:nvSpPr>
        <p:spPr>
          <a:xfrm>
            <a:off x="-1" y="104681"/>
            <a:ext cx="116489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: </a:t>
            </a:r>
            <a:r>
              <a:rPr lang="ko-KR" altLang="en-US" dirty="0"/>
              <a:t>탭 텍스트의 가독성이 떨어집니다 </a:t>
            </a:r>
            <a:r>
              <a:rPr lang="en-US" altLang="ko-KR" dirty="0"/>
              <a:t>-&gt;</a:t>
            </a:r>
            <a:r>
              <a:rPr lang="ko-KR" altLang="en-US" dirty="0"/>
              <a:t>폰트 사이즈 </a:t>
            </a:r>
            <a:r>
              <a:rPr lang="en-US" altLang="ko-KR" dirty="0"/>
              <a:t>up / </a:t>
            </a:r>
            <a:r>
              <a:rPr lang="ko-KR" altLang="en-US" dirty="0"/>
              <a:t>가독성 좋은 폰트 사용</a:t>
            </a:r>
            <a:endParaRPr lang="en-US" altLang="ko-KR" dirty="0"/>
          </a:p>
          <a:p>
            <a:r>
              <a:rPr lang="ko-KR" altLang="en-US" dirty="0"/>
              <a:t>로고 </a:t>
            </a:r>
            <a:r>
              <a:rPr lang="en-US" altLang="ko-KR" dirty="0"/>
              <a:t>: </a:t>
            </a:r>
            <a:r>
              <a:rPr lang="ko-KR" altLang="en-US" dirty="0"/>
              <a:t>들어가야 할 글자 </a:t>
            </a:r>
            <a:r>
              <a:rPr lang="en-US" altLang="ko-KR" dirty="0"/>
              <a:t>: ART</a:t>
            </a:r>
            <a:r>
              <a:rPr lang="ko-KR" altLang="en-US" dirty="0"/>
              <a:t> </a:t>
            </a:r>
            <a:r>
              <a:rPr lang="en-US" altLang="ko-KR" dirty="0"/>
              <a:t>LAB+</a:t>
            </a:r>
            <a:r>
              <a:rPr lang="ko-KR" altLang="en-US" dirty="0"/>
              <a:t> 들어가야할 그림 </a:t>
            </a:r>
            <a:r>
              <a:rPr lang="en-US" altLang="ko-KR" dirty="0"/>
              <a:t>: </a:t>
            </a:r>
            <a:r>
              <a:rPr lang="ko-KR" altLang="en-US" dirty="0"/>
              <a:t>레이더 아이콘 을 조합해서 로고를 했으면 합니다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4337A3-0387-4221-8590-4E0CE9E526FA}"/>
              </a:ext>
            </a:extLst>
          </p:cNvPr>
          <p:cNvSpPr/>
          <p:nvPr/>
        </p:nvSpPr>
        <p:spPr>
          <a:xfrm>
            <a:off x="0" y="1589104"/>
            <a:ext cx="12192000" cy="50957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923325-C631-4E27-9059-BCBF86B54A9F}"/>
              </a:ext>
            </a:extLst>
          </p:cNvPr>
          <p:cNvSpPr/>
          <p:nvPr/>
        </p:nvSpPr>
        <p:spPr>
          <a:xfrm>
            <a:off x="7165760" y="1251012"/>
            <a:ext cx="4483223" cy="312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2"/>
                </a:solidFill>
              </a:rPr>
              <a:t>ART Lab Research News People Lecture Contact us</a:t>
            </a:r>
            <a:endParaRPr lang="ko-KR" altLang="en-US" sz="1050" dirty="0">
              <a:solidFill>
                <a:schemeClr val="tx2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B8A0F0-0CA2-4954-8A64-35D23D7C4290}"/>
              </a:ext>
            </a:extLst>
          </p:cNvPr>
          <p:cNvSpPr/>
          <p:nvPr/>
        </p:nvSpPr>
        <p:spPr>
          <a:xfrm>
            <a:off x="11648983" y="1251012"/>
            <a:ext cx="543017" cy="3380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C8FBEB5-F512-474E-80E2-79615B7F2C64}"/>
              </a:ext>
            </a:extLst>
          </p:cNvPr>
          <p:cNvSpPr/>
          <p:nvPr/>
        </p:nvSpPr>
        <p:spPr>
          <a:xfrm>
            <a:off x="-1" y="1563210"/>
            <a:ext cx="1099203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탭이 있는 프레임 부분 높이를 조금 줄여주세요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Project, publication-&gt;research</a:t>
            </a:r>
            <a:r>
              <a:rPr lang="ko-KR" altLang="en-US" dirty="0"/>
              <a:t> 항목으로 포함</a:t>
            </a:r>
            <a:r>
              <a:rPr lang="en-US" altLang="ko-KR" dirty="0"/>
              <a:t>(</a:t>
            </a:r>
            <a:r>
              <a:rPr lang="ko-KR" altLang="en-US" dirty="0"/>
              <a:t>뒷부분에서 후술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News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update-&gt; News</a:t>
            </a:r>
            <a:r>
              <a:rPr lang="ko-KR" altLang="en-US" dirty="0"/>
              <a:t>로 수정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항목 순서 중요합니다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탭 항목 맨 뒤에 </a:t>
            </a:r>
            <a:r>
              <a:rPr lang="ko-KR" altLang="en-US" dirty="0" err="1"/>
              <a:t>서치버튼이</a:t>
            </a:r>
            <a:r>
              <a:rPr lang="ko-KR" altLang="en-US" dirty="0"/>
              <a:t> 있어서 누르면 </a:t>
            </a:r>
            <a:r>
              <a:rPr lang="ko-KR" altLang="en-US" dirty="0" err="1"/>
              <a:t>서치가</a:t>
            </a:r>
            <a:r>
              <a:rPr lang="ko-KR" altLang="en-US" dirty="0"/>
              <a:t> 가능하도록 하면 </a:t>
            </a:r>
            <a:r>
              <a:rPr lang="ko-KR" altLang="en-US" dirty="0" err="1"/>
              <a:t>좋을것</a:t>
            </a:r>
            <a:r>
              <a:rPr lang="ko-KR" altLang="en-US" dirty="0"/>
              <a:t> 같습니다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유지보수용 관리자 로그인 마크</a:t>
            </a:r>
            <a:r>
              <a:rPr lang="en-US" altLang="ko-KR" dirty="0"/>
              <a:t>(</a:t>
            </a:r>
            <a:r>
              <a:rPr lang="ko-KR" altLang="en-US" dirty="0"/>
              <a:t>와 링크</a:t>
            </a:r>
            <a:r>
              <a:rPr lang="en-US" altLang="ko-KR" dirty="0"/>
              <a:t>)</a:t>
            </a:r>
            <a:r>
              <a:rPr lang="ko-KR" altLang="en-US" dirty="0"/>
              <a:t>도 그 뒤에 있는게 더 깔끔할 것 같습니다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탭 항목에 마우스 올리면 색깔 진하게 </a:t>
            </a:r>
            <a:r>
              <a:rPr lang="en-US" altLang="ko-KR" dirty="0"/>
              <a:t>or </a:t>
            </a:r>
            <a:r>
              <a:rPr lang="ko-KR" altLang="en-US" dirty="0" err="1"/>
              <a:t>다른색으로</a:t>
            </a:r>
            <a:r>
              <a:rPr lang="ko-KR" altLang="en-US" dirty="0"/>
              <a:t> 바뀌고 때면 원래대로 되돌아오게 해주세요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탭 항목에 마우스 올리면 나오는 </a:t>
            </a:r>
            <a:r>
              <a:rPr lang="ko-KR" altLang="en-US" dirty="0" err="1"/>
              <a:t>하위탭에서</a:t>
            </a:r>
            <a:r>
              <a:rPr lang="ko-KR" altLang="en-US" dirty="0"/>
              <a:t> 회색 배경에 검은 글자라 가독성이 매우 떨어집니다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하단에 </a:t>
            </a:r>
            <a:r>
              <a:rPr lang="ko-KR" altLang="en-US" dirty="0" err="1"/>
              <a:t>디지스트</a:t>
            </a:r>
            <a:r>
              <a:rPr lang="ko-KR" altLang="en-US" dirty="0"/>
              <a:t> 홈페이지</a:t>
            </a:r>
            <a:r>
              <a:rPr lang="en-US" altLang="ko-KR" dirty="0"/>
              <a:t>, </a:t>
            </a:r>
            <a:r>
              <a:rPr lang="ko-KR" altLang="en-US" dirty="0" err="1"/>
              <a:t>디지스트</a:t>
            </a:r>
            <a:r>
              <a:rPr lang="ko-KR" altLang="en-US" dirty="0"/>
              <a:t> 융합학과 홈페이지</a:t>
            </a:r>
            <a:r>
              <a:rPr lang="en-US" altLang="ko-KR" dirty="0"/>
              <a:t>, </a:t>
            </a:r>
            <a:r>
              <a:rPr lang="ko-KR" altLang="en-US" dirty="0" err="1"/>
              <a:t>디지스트</a:t>
            </a:r>
            <a:r>
              <a:rPr lang="ko-KR" altLang="en-US" dirty="0"/>
              <a:t> 대학원 입학홈페이지</a:t>
            </a:r>
            <a:r>
              <a:rPr lang="en-US" altLang="ko-KR" dirty="0"/>
              <a:t>, </a:t>
            </a:r>
            <a:r>
              <a:rPr lang="ko-KR" altLang="en-US" dirty="0" err="1"/>
              <a:t>미래자동차연구부홈페이지로</a:t>
            </a:r>
            <a:r>
              <a:rPr lang="ko-KR" altLang="en-US" dirty="0"/>
              <a:t> 갈 수 있는 링크가 들어갈 수 있게 해주세요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C446B0D-F24E-4B97-B385-2953CDC730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1207624" y="1345325"/>
            <a:ext cx="225770" cy="230832"/>
          </a:xfrm>
          <a:prstGeom prst="rect">
            <a:avLst/>
          </a:prstGeom>
        </p:spPr>
      </p:pic>
      <p:pic>
        <p:nvPicPr>
          <p:cNvPr id="3" name="그래픽 2" descr="단일 톱니바퀴">
            <a:extLst>
              <a:ext uri="{FF2B5EF4-FFF2-40B4-BE49-F238E27FC236}">
                <a16:creationId xmlns:a16="http://schemas.microsoft.com/office/drawing/2014/main" id="{77A7E01D-9596-497C-881E-4572778207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89654" y="1283396"/>
            <a:ext cx="318655" cy="31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07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3FF84-177A-4F8B-8B04-2A99B82F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People </a:t>
            </a:r>
            <a:r>
              <a:rPr lang="ko-KR" altLang="en-US" dirty="0"/>
              <a:t>탭 </a:t>
            </a:r>
            <a:r>
              <a:rPr lang="en-US" altLang="ko-KR" dirty="0"/>
              <a:t>: 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248DD9-E6D1-4C0B-9D5D-352D596BC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291" y="1348508"/>
            <a:ext cx="11453091" cy="5509491"/>
          </a:xfrm>
        </p:spPr>
        <p:txBody>
          <a:bodyPr>
            <a:normAutofit fontScale="92500"/>
          </a:bodyPr>
          <a:lstStyle/>
          <a:p>
            <a:r>
              <a:rPr lang="en-US" altLang="ko-KR" dirty="0"/>
              <a:t>Professor, Researcher, Student, Alumni</a:t>
            </a:r>
            <a:r>
              <a:rPr lang="ko-KR" altLang="en-US" dirty="0"/>
              <a:t>의 </a:t>
            </a:r>
            <a:r>
              <a:rPr lang="en-US" altLang="ko-KR" dirty="0"/>
              <a:t>4</a:t>
            </a:r>
            <a:r>
              <a:rPr lang="ko-KR" altLang="en-US" dirty="0"/>
              <a:t>항목으로 구성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People</a:t>
            </a:r>
            <a:r>
              <a:rPr lang="ko-KR" altLang="en-US" dirty="0"/>
              <a:t>탭</a:t>
            </a:r>
            <a:r>
              <a:rPr lang="en-US" altLang="ko-KR" dirty="0"/>
              <a:t>/Professor </a:t>
            </a:r>
            <a:r>
              <a:rPr lang="ko-KR" altLang="en-US" dirty="0"/>
              <a:t>들어가면 다른 </a:t>
            </a:r>
            <a:r>
              <a:rPr lang="ko-KR" altLang="en-US" dirty="0" err="1"/>
              <a:t>하위탭</a:t>
            </a:r>
            <a:r>
              <a:rPr lang="en-US" altLang="ko-KR" dirty="0"/>
              <a:t>(research, student)</a:t>
            </a:r>
            <a:r>
              <a:rPr lang="ko-KR" altLang="en-US" dirty="0"/>
              <a:t>로 갈 수 있는 탭이 안보이는데</a:t>
            </a:r>
            <a:r>
              <a:rPr lang="en-US" altLang="ko-KR" dirty="0"/>
              <a:t>(</a:t>
            </a:r>
            <a:r>
              <a:rPr lang="ko-KR" altLang="en-US" dirty="0"/>
              <a:t>다른 </a:t>
            </a:r>
            <a:r>
              <a:rPr lang="ko-KR" altLang="en-US" dirty="0" err="1"/>
              <a:t>하위탭도</a:t>
            </a:r>
            <a:r>
              <a:rPr lang="ko-KR" altLang="en-US" dirty="0"/>
              <a:t> 마찬가지</a:t>
            </a:r>
            <a:r>
              <a:rPr lang="en-US" altLang="ko-KR" dirty="0"/>
              <a:t>) </a:t>
            </a:r>
            <a:r>
              <a:rPr lang="ko-KR" altLang="en-US" dirty="0"/>
              <a:t>이를 </a:t>
            </a:r>
            <a:r>
              <a:rPr lang="ko-KR" altLang="en-US" dirty="0" err="1"/>
              <a:t>어딘가에</a:t>
            </a:r>
            <a:r>
              <a:rPr lang="ko-KR" altLang="en-US" dirty="0"/>
              <a:t> 구현할 필요가 있지 않을까요</a:t>
            </a:r>
            <a:r>
              <a:rPr lang="en-US" altLang="ko-KR" dirty="0"/>
              <a:t>?</a:t>
            </a:r>
            <a:r>
              <a:rPr lang="ko-KR" altLang="en-US" dirty="0"/>
              <a:t>  상단에 다른 </a:t>
            </a:r>
            <a:r>
              <a:rPr lang="ko-KR" altLang="en-US" dirty="0" err="1"/>
              <a:t>하위탭으로</a:t>
            </a:r>
            <a:r>
              <a:rPr lang="ko-KR" altLang="en-US" dirty="0"/>
              <a:t> 갈 수 있는 탭이 있었으면 합니다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들어가야할 자세한 항목들은 메일로 이력서와 사진을 </a:t>
            </a:r>
            <a:r>
              <a:rPr lang="ko-KR" altLang="en-US" dirty="0" err="1"/>
              <a:t>송부예정입니다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Professor</a:t>
            </a:r>
            <a:r>
              <a:rPr lang="ko-KR" altLang="en-US" dirty="0"/>
              <a:t>과 </a:t>
            </a:r>
            <a:r>
              <a:rPr lang="en-US" altLang="ko-KR" dirty="0"/>
              <a:t>Researcher</a:t>
            </a:r>
            <a:r>
              <a:rPr lang="ko-KR" altLang="en-US" dirty="0"/>
              <a:t>탭에 있는 박사 학위 있으신 분들 이름 뒤엔 </a:t>
            </a:r>
            <a:r>
              <a:rPr lang="en-US" altLang="ko-KR" dirty="0"/>
              <a:t>Ph. D. </a:t>
            </a:r>
            <a:r>
              <a:rPr lang="ko-KR" altLang="en-US" dirty="0"/>
              <a:t>붙여주세요</a:t>
            </a:r>
            <a:r>
              <a:rPr lang="en-US" altLang="ko-KR" dirty="0"/>
              <a:t>(</a:t>
            </a:r>
            <a:r>
              <a:rPr lang="ko-KR" altLang="en-US" dirty="0"/>
              <a:t>점 개수 주의</a:t>
            </a:r>
            <a:r>
              <a:rPr lang="en-US" altLang="ko-KR" dirty="0"/>
              <a:t>) </a:t>
            </a:r>
            <a:r>
              <a:rPr lang="ko-KR" altLang="en-US" dirty="0"/>
              <a:t>박사 학위가 없고 석사졸업하신 연구원분은 </a:t>
            </a:r>
            <a:r>
              <a:rPr lang="en-US" altLang="ko-KR" dirty="0"/>
              <a:t>M.S.(</a:t>
            </a:r>
            <a:r>
              <a:rPr lang="ko-KR" altLang="en-US" dirty="0"/>
              <a:t>점 개수 주의</a:t>
            </a:r>
            <a:r>
              <a:rPr lang="en-US" altLang="ko-KR" dirty="0"/>
              <a:t>)</a:t>
            </a:r>
            <a:r>
              <a:rPr lang="ko-KR" altLang="en-US" dirty="0"/>
              <a:t>라 하시면 됩니다</a:t>
            </a:r>
            <a:r>
              <a:rPr lang="en-US" altLang="ko-KR" dirty="0"/>
              <a:t> Student</a:t>
            </a:r>
            <a:r>
              <a:rPr lang="ko-KR" altLang="en-US" dirty="0"/>
              <a:t>는 박사는 </a:t>
            </a:r>
            <a:r>
              <a:rPr lang="en-US" altLang="ko-KR" dirty="0" err="1"/>
              <a:t>Ph.D</a:t>
            </a:r>
            <a:r>
              <a:rPr lang="ko-KR" altLang="en-US" dirty="0"/>
              <a:t>석사는</a:t>
            </a:r>
            <a:r>
              <a:rPr lang="en-US" altLang="ko-KR" dirty="0"/>
              <a:t>(M.S)</a:t>
            </a:r>
            <a:r>
              <a:rPr lang="ko-KR" altLang="en-US" dirty="0"/>
              <a:t>로 표기해주시면 됩니다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8877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4F56B74-729A-40F6-B574-7E7172B9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247"/>
            <a:ext cx="12192000" cy="467242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27EE2A3-7D96-4CEB-BF7C-D9637FFC4327}"/>
              </a:ext>
            </a:extLst>
          </p:cNvPr>
          <p:cNvSpPr/>
          <p:nvPr/>
        </p:nvSpPr>
        <p:spPr>
          <a:xfrm>
            <a:off x="3293617" y="2953019"/>
            <a:ext cx="7748875" cy="301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Advisory Professor, Department of Interdisciplinary Engineering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D548662-EA1A-49A2-A55D-D359C8AEB71D}"/>
              </a:ext>
            </a:extLst>
          </p:cNvPr>
          <p:cNvSpPr/>
          <p:nvPr/>
        </p:nvSpPr>
        <p:spPr>
          <a:xfrm>
            <a:off x="52956" y="0"/>
            <a:ext cx="102273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People </a:t>
            </a:r>
            <a:r>
              <a:rPr lang="ko-KR" altLang="en-US" dirty="0"/>
              <a:t>탭</a:t>
            </a:r>
            <a:r>
              <a:rPr lang="en-US" altLang="ko-KR" dirty="0"/>
              <a:t>/Professor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이메일에 하이퍼링크 부탁드리겠습니다</a:t>
            </a:r>
            <a:endParaRPr lang="en-US" altLang="ko-KR" dirty="0"/>
          </a:p>
          <a:p>
            <a:r>
              <a:rPr lang="ko-KR" altLang="en-US" dirty="0"/>
              <a:t>아니면 메일 주소 클릭 시 자동으로 클립보드에 복사되는 형식으로 해주시면 더 좋습니다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사진</a:t>
            </a:r>
            <a:r>
              <a:rPr lang="en-US" altLang="ko-KR" dirty="0"/>
              <a:t>, </a:t>
            </a:r>
            <a:r>
              <a:rPr lang="ko-KR" altLang="en-US" dirty="0"/>
              <a:t>삽입할 이력서 내용은 따로 </a:t>
            </a:r>
            <a:r>
              <a:rPr lang="ko-KR" altLang="en-US"/>
              <a:t>첨부파일로 송부 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탭의 항목 란의 이름도 전부 영어로 부탁드립니다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깨지는 글자가 보이는데 수정 부탁 드리겠습니다</a:t>
            </a:r>
            <a:r>
              <a:rPr lang="en-US" altLang="ko-KR" dirty="0"/>
              <a:t>(</a:t>
            </a:r>
            <a:r>
              <a:rPr lang="ko-KR" altLang="en-US" dirty="0"/>
              <a:t>인코딩 </a:t>
            </a:r>
            <a:r>
              <a:rPr lang="en-US" altLang="ko-KR" dirty="0"/>
              <a:t>UTF8-KR </a:t>
            </a:r>
            <a:r>
              <a:rPr lang="ko-KR" altLang="en-US" dirty="0"/>
              <a:t>아닌가요</a:t>
            </a:r>
            <a:r>
              <a:rPr lang="en-US" altLang="ko-KR" dirty="0"/>
              <a:t>?)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A4A71D0-06F4-4BB5-B459-AE6C7C003C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508" y="2814221"/>
            <a:ext cx="1439451" cy="201523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10EEE9-5158-43C8-940B-765F939C70F7}"/>
              </a:ext>
            </a:extLst>
          </p:cNvPr>
          <p:cNvSpPr/>
          <p:nvPr/>
        </p:nvSpPr>
        <p:spPr>
          <a:xfrm>
            <a:off x="2588959" y="2814221"/>
            <a:ext cx="1204800" cy="409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err="1">
                <a:solidFill>
                  <a:schemeClr val="tx1"/>
                </a:solidFill>
              </a:rPr>
              <a:t>Jonghun</a:t>
            </a:r>
            <a:r>
              <a:rPr lang="en-US" altLang="ko-KR" sz="800" b="1" dirty="0">
                <a:solidFill>
                  <a:schemeClr val="tx1"/>
                </a:solidFill>
              </a:rPr>
              <a:t> Lee, Ph. D.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239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2891122-6114-4F03-9243-38786E5CE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066"/>
            <a:ext cx="12192000" cy="567293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5177C4A-58CB-4DA0-A4F2-FEBC897A81CF}"/>
              </a:ext>
            </a:extLst>
          </p:cNvPr>
          <p:cNvSpPr/>
          <p:nvPr/>
        </p:nvSpPr>
        <p:spPr>
          <a:xfrm>
            <a:off x="0" y="66128"/>
            <a:ext cx="11958210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People </a:t>
            </a:r>
            <a:r>
              <a:rPr lang="ko-KR" altLang="en-US" dirty="0"/>
              <a:t>탭</a:t>
            </a:r>
            <a:r>
              <a:rPr lang="en-US" altLang="ko-KR" dirty="0"/>
              <a:t>/Professor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김상동</a:t>
            </a:r>
            <a:r>
              <a:rPr lang="ko-KR" altLang="en-US" dirty="0"/>
              <a:t> 교수님의 경우 </a:t>
            </a:r>
            <a:r>
              <a:rPr lang="en-US" altLang="ko-KR" dirty="0"/>
              <a:t>Professor</a:t>
            </a:r>
            <a:r>
              <a:rPr lang="ko-KR" altLang="en-US" dirty="0"/>
              <a:t>가 아니라 </a:t>
            </a:r>
            <a:r>
              <a:rPr lang="en-US" altLang="ko-KR" dirty="0"/>
              <a:t>co-advisory professor</a:t>
            </a:r>
            <a:r>
              <a:rPr lang="ko-KR" altLang="en-US" dirty="0"/>
              <a:t>로 수정해 주시기 바랍니다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여기도 탭 이름과</a:t>
            </a:r>
            <a:r>
              <a:rPr lang="en-US" altLang="ko-KR" dirty="0"/>
              <a:t>, </a:t>
            </a:r>
            <a:r>
              <a:rPr lang="ko-KR" altLang="en-US" dirty="0"/>
              <a:t>이름 전부 영어로 수정 요합니다 뒤에 </a:t>
            </a:r>
            <a:r>
              <a:rPr lang="en-US" altLang="ko-KR" dirty="0"/>
              <a:t>Ph.D. </a:t>
            </a:r>
            <a:r>
              <a:rPr lang="ko-KR" altLang="en-US" dirty="0"/>
              <a:t>붙여 주시기 바랍니다</a:t>
            </a:r>
            <a:endParaRPr lang="en-US" altLang="ko-KR" dirty="0"/>
          </a:p>
          <a:p>
            <a:r>
              <a:rPr lang="ko-KR" altLang="en-US" dirty="0"/>
              <a:t>또한 </a:t>
            </a:r>
            <a:r>
              <a:rPr lang="en-US" altLang="ko-KR" dirty="0"/>
              <a:t>biograph</a:t>
            </a:r>
            <a:r>
              <a:rPr lang="ko-KR" altLang="en-US" dirty="0"/>
              <a:t>나 </a:t>
            </a:r>
            <a:r>
              <a:rPr lang="en-US" altLang="ko-KR" dirty="0" err="1"/>
              <a:t>research_interests</a:t>
            </a:r>
            <a:r>
              <a:rPr lang="en-US" altLang="ko-KR" dirty="0"/>
              <a:t> </a:t>
            </a:r>
            <a:r>
              <a:rPr lang="ko-KR" altLang="en-US" dirty="0"/>
              <a:t>같은 소제목에서 </a:t>
            </a:r>
            <a:r>
              <a:rPr lang="ko-KR" altLang="en-US" dirty="0" err="1"/>
              <a:t>첫글자는</a:t>
            </a:r>
            <a:r>
              <a:rPr lang="ko-KR" altLang="en-US" dirty="0"/>
              <a:t> 대문자로 해주시고 </a:t>
            </a:r>
            <a:r>
              <a:rPr lang="en-US" altLang="ko-KR" dirty="0"/>
              <a:t>_</a:t>
            </a:r>
            <a:r>
              <a:rPr lang="ko-KR" altLang="en-US" dirty="0"/>
              <a:t>대신 띄어쓰기로 부탁드립니다</a:t>
            </a:r>
            <a:endParaRPr lang="en-US" altLang="ko-KR" dirty="0"/>
          </a:p>
          <a:p>
            <a:r>
              <a:rPr lang="en-US" altLang="ko-KR" dirty="0"/>
              <a:t>Ex) </a:t>
            </a:r>
            <a:r>
              <a:rPr lang="en-US" altLang="ko-KR" dirty="0" err="1"/>
              <a:t>research_interests</a:t>
            </a:r>
            <a:r>
              <a:rPr lang="en-US" altLang="ko-KR" dirty="0"/>
              <a:t>-&gt;</a:t>
            </a:r>
            <a:r>
              <a:rPr lang="en-US" altLang="ko-KR"/>
              <a:t>research interest</a:t>
            </a:r>
            <a:endParaRPr lang="en-US" altLang="ko-KR" dirty="0"/>
          </a:p>
          <a:p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8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936C1-CF50-445E-8771-EE2FD9554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people </a:t>
            </a:r>
            <a:r>
              <a:rPr lang="ko-KR" altLang="en-US" dirty="0"/>
              <a:t>탭</a:t>
            </a:r>
            <a:r>
              <a:rPr lang="en-US" altLang="ko-KR" dirty="0"/>
              <a:t>/researcher, people </a:t>
            </a:r>
            <a:r>
              <a:rPr lang="ko-KR" altLang="en-US" dirty="0"/>
              <a:t>탭</a:t>
            </a:r>
            <a:r>
              <a:rPr lang="en-US" altLang="ko-KR" dirty="0"/>
              <a:t>/student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ABF824-F5AB-48D8-AADE-47003E13F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37698"/>
            <a:ext cx="10515600" cy="4351338"/>
          </a:xfrm>
        </p:spPr>
        <p:txBody>
          <a:bodyPr/>
          <a:lstStyle/>
          <a:p>
            <a:r>
              <a:rPr lang="ko-KR" altLang="en-US" dirty="0"/>
              <a:t>연구원 분들에게 이력서와 사진 받는 대로 자료 송부해드리겠습니다</a:t>
            </a:r>
          </a:p>
        </p:txBody>
      </p:sp>
    </p:spTree>
    <p:extLst>
      <p:ext uri="{BB962C8B-B14F-4D97-AF65-F5344CB8AC3E}">
        <p14:creationId xmlns:p14="http://schemas.microsoft.com/office/powerpoint/2010/main" val="693108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515B71-09D8-470B-8091-7F0EF0250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탭 항목은 이와 같이 구성해주세요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Paper</a:t>
            </a:r>
          </a:p>
          <a:p>
            <a:r>
              <a:rPr lang="en-US" altLang="ko-KR" dirty="0"/>
              <a:t>Patent</a:t>
            </a:r>
          </a:p>
          <a:p>
            <a:r>
              <a:rPr lang="en-US" altLang="ko-KR" dirty="0"/>
              <a:t>Technology Transfer</a:t>
            </a:r>
          </a:p>
          <a:p>
            <a:r>
              <a:rPr lang="en-US" altLang="ko-KR" dirty="0"/>
              <a:t>Project</a:t>
            </a:r>
          </a:p>
          <a:p>
            <a:r>
              <a:rPr lang="en-US" altLang="ko-KR" dirty="0"/>
              <a:t>Interest</a:t>
            </a:r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524E23D-EF94-4767-8C44-6D646339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</a:t>
            </a:r>
            <a:r>
              <a:rPr lang="ko-KR" altLang="en-US" dirty="0"/>
              <a:t>탭</a:t>
            </a:r>
          </a:p>
        </p:txBody>
      </p:sp>
    </p:spTree>
    <p:extLst>
      <p:ext uri="{BB962C8B-B14F-4D97-AF65-F5344CB8AC3E}">
        <p14:creationId xmlns:p14="http://schemas.microsoft.com/office/powerpoint/2010/main" val="255702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8A7EB-C141-4303-B5C7-61A2CA7D2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</a:t>
            </a:r>
            <a:r>
              <a:rPr lang="ko-KR" altLang="en-US" dirty="0"/>
              <a:t>탭</a:t>
            </a:r>
            <a:r>
              <a:rPr lang="en-US" altLang="ko-KR" dirty="0"/>
              <a:t>/Project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3EED4E-5711-4D0E-AF67-38897F47B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782" y="1690688"/>
            <a:ext cx="11388436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각 하위 항목 이름 수정 바랍니다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차량용레이더</a:t>
            </a:r>
            <a:r>
              <a:rPr lang="en-US" altLang="ko-KR" dirty="0"/>
              <a:t>-&gt;Autonomous radar</a:t>
            </a:r>
          </a:p>
          <a:p>
            <a:pPr marL="0" indent="0">
              <a:buNone/>
            </a:pPr>
            <a:r>
              <a:rPr lang="ko-KR" altLang="en-US" dirty="0" err="1"/>
              <a:t>생체레이더</a:t>
            </a:r>
            <a:r>
              <a:rPr lang="en-US" altLang="ko-KR" dirty="0"/>
              <a:t>-&gt;Vital radar</a:t>
            </a:r>
          </a:p>
          <a:p>
            <a:pPr marL="0" indent="0">
              <a:buNone/>
            </a:pPr>
            <a:r>
              <a:rPr lang="en-US" altLang="ko-KR" dirty="0" err="1"/>
              <a:t>FoD</a:t>
            </a:r>
            <a:r>
              <a:rPr lang="en-US" altLang="ko-KR" dirty="0"/>
              <a:t>-&gt;ATC (Air Traffic Control) radar </a:t>
            </a:r>
          </a:p>
          <a:p>
            <a:pPr marL="0" indent="0">
              <a:buNone/>
            </a:pPr>
            <a:r>
              <a:rPr lang="ko-KR" altLang="en-US" dirty="0"/>
              <a:t>스포츠레이더</a:t>
            </a:r>
            <a:r>
              <a:rPr lang="en-US" altLang="ko-KR" dirty="0"/>
              <a:t>-&gt;Sports radar</a:t>
            </a:r>
          </a:p>
          <a:p>
            <a:pPr marL="0" indent="0">
              <a:buNone/>
            </a:pPr>
            <a:r>
              <a:rPr lang="ko-KR" altLang="en-US" dirty="0" err="1"/>
              <a:t>국방무인이동체</a:t>
            </a:r>
            <a:r>
              <a:rPr lang="en-US" altLang="ko-KR" dirty="0"/>
              <a:t>-&gt;Military radar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0203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11582-A089-4B85-9FBB-816401E3F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05654" cy="957405"/>
          </a:xfrm>
        </p:spPr>
        <p:txBody>
          <a:bodyPr>
            <a:normAutofit fontScale="90000"/>
          </a:bodyPr>
          <a:lstStyle/>
          <a:p>
            <a:r>
              <a:rPr lang="en-US" altLang="ko-KR" sz="2000" dirty="0"/>
              <a:t>Research </a:t>
            </a:r>
            <a:r>
              <a:rPr lang="ko-KR" altLang="en-US" sz="2000" dirty="0"/>
              <a:t>탭</a:t>
            </a:r>
            <a:r>
              <a:rPr lang="en-US" altLang="ko-KR" sz="2000" dirty="0"/>
              <a:t>/Paper : </a:t>
            </a:r>
            <a:r>
              <a:rPr lang="ko-KR" altLang="en-US" sz="2000" dirty="0"/>
              <a:t>우측에 있는 검은 하위항목 패널을 빼고 상단에 탭으로 빼 주시기 바랍니다</a:t>
            </a:r>
            <a:br>
              <a:rPr lang="en-US" altLang="ko-KR" sz="2000" dirty="0"/>
            </a:br>
            <a:r>
              <a:rPr lang="ko-KR" altLang="en-US" sz="2000" dirty="0"/>
              <a:t>줄이 너무 많습니다 다 없애 주시고  </a:t>
            </a:r>
            <a:r>
              <a:rPr lang="en-US" altLang="ko-KR" sz="2000" dirty="0"/>
              <a:t>International Journal-&gt;</a:t>
            </a:r>
            <a:r>
              <a:rPr lang="ko-KR" altLang="en-US" sz="2000" dirty="0"/>
              <a:t>줄</a:t>
            </a:r>
            <a:r>
              <a:rPr lang="en-US" altLang="ko-KR" sz="2000" dirty="0"/>
              <a:t>-&gt;</a:t>
            </a:r>
            <a:r>
              <a:rPr lang="ko-KR" altLang="en-US" sz="2000" dirty="0"/>
              <a:t>저널리스트</a:t>
            </a:r>
            <a:r>
              <a:rPr lang="en-US" altLang="ko-KR" sz="2000" dirty="0"/>
              <a:t>-&gt;</a:t>
            </a:r>
            <a:r>
              <a:rPr lang="ko-KR" altLang="en-US" sz="2000" dirty="0"/>
              <a:t>공백</a:t>
            </a:r>
            <a:r>
              <a:rPr lang="en-US" altLang="ko-KR" sz="2000" dirty="0"/>
              <a:t>-&gt;domestic journals-&gt;</a:t>
            </a:r>
            <a:r>
              <a:rPr lang="ko-KR" altLang="en-US" sz="2000" dirty="0"/>
              <a:t>줄</a:t>
            </a:r>
            <a:r>
              <a:rPr lang="en-US" altLang="ko-KR" sz="2000" dirty="0"/>
              <a:t>-&gt;</a:t>
            </a:r>
            <a:r>
              <a:rPr lang="ko-KR" altLang="en-US" sz="2000" dirty="0"/>
              <a:t>저널리스트</a:t>
            </a:r>
            <a:r>
              <a:rPr lang="en-US" altLang="ko-KR" sz="2000" dirty="0"/>
              <a:t>-&gt;</a:t>
            </a:r>
            <a:r>
              <a:rPr lang="ko-KR" altLang="en-US" sz="2000" dirty="0"/>
              <a:t>공백</a:t>
            </a:r>
            <a:r>
              <a:rPr lang="en-US" altLang="ko-KR" sz="2000" dirty="0"/>
              <a:t>-&gt;…</a:t>
            </a:r>
            <a:r>
              <a:rPr lang="ko-KR" altLang="en-US" sz="2000" dirty="0"/>
              <a:t> 이런 식으로 해주시기 바랍니다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E42E3A8-71A3-4B21-8937-84E51F47B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7405"/>
            <a:ext cx="12192000" cy="590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40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4F803E-6CE7-4183-A698-1323BEF35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이름하고 제목하고 분리하지 말아 주시고 또 이름마다 볼드처리가 되어있는데 볼드 처리는 빼 주시기 바랍니다 </a:t>
            </a:r>
            <a:r>
              <a:rPr lang="en-US" altLang="ko-KR" sz="2000" dirty="0">
                <a:hlinkClick r:id="rId2"/>
              </a:rPr>
              <a:t>https://nc.dgist.ac.kr/index.php?mid=page_uLFe18</a:t>
            </a:r>
            <a:r>
              <a:rPr lang="en-US" altLang="ko-KR" sz="2000" dirty="0"/>
              <a:t> </a:t>
            </a:r>
            <a:r>
              <a:rPr lang="ko-KR" altLang="en-US" sz="2000" dirty="0"/>
              <a:t>참조 부탁드립니다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FE75EE-423D-4349-BEC1-E614DDB34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7405"/>
            <a:ext cx="12192000" cy="590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7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Interest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atinLnBrk="0"/>
            <a:r>
              <a:rPr lang="en-US" altLang="ko-KR" dirty="0"/>
              <a:t>Machine learning &amp; Deep learning for Radar</a:t>
            </a:r>
          </a:p>
          <a:p>
            <a:pPr latinLnBrk="0"/>
            <a:r>
              <a:rPr lang="ko-KR" altLang="en-US" dirty="0"/>
              <a:t>관련 내용은 추후 이종훈교수님께서 </a:t>
            </a:r>
            <a:r>
              <a:rPr lang="ko-KR" altLang="en-US" dirty="0" err="1"/>
              <a:t>작성해주실겁니다</a:t>
            </a:r>
            <a:r>
              <a:rPr lang="en-US" altLang="ko-KR" dirty="0"/>
              <a:t>.</a:t>
            </a:r>
            <a:endParaRPr lang="ko-KR" altLang="ko-KR" dirty="0"/>
          </a:p>
          <a:p>
            <a:pPr lvl="0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kumimoji="0" lang="en-US" altLang="ko-K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4328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atinLnBrk="0"/>
            <a:r>
              <a:rPr lang="en-US" altLang="ko-KR" dirty="0"/>
              <a:t>Autonomous radar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943677B-6684-41D1-AB8C-A6C5C180AA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4" t="24636" r="65250" b="7749"/>
          <a:stretch/>
        </p:blipFill>
        <p:spPr>
          <a:xfrm>
            <a:off x="2857500" y="2514600"/>
            <a:ext cx="2624734" cy="41585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943677B-6684-41D1-AB8C-A6C5C180AA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88" t="24636" r="1862" b="7749"/>
          <a:stretch/>
        </p:blipFill>
        <p:spPr>
          <a:xfrm>
            <a:off x="5876558" y="2514600"/>
            <a:ext cx="3448417" cy="415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1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atinLnBrk="0"/>
            <a:r>
              <a:rPr lang="en-US" altLang="ko-KR" dirty="0"/>
              <a:t>Vital radar</a:t>
            </a:r>
            <a:endParaRPr kumimoji="0" lang="en-US" altLang="ko-K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367194A-A8D4-4801-9552-EF11755E059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3" t="29915" r="4565" b="7108"/>
          <a:stretch/>
        </p:blipFill>
        <p:spPr>
          <a:xfrm>
            <a:off x="3516922" y="2505808"/>
            <a:ext cx="4870939" cy="256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14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atinLnBrk="0"/>
            <a:r>
              <a:rPr lang="en-US" altLang="ko-KR" dirty="0"/>
              <a:t>ATC radar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ADABDE1-A507-4484-98DD-BFB774C54F7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5" t="26758" r="6369" b="10018"/>
          <a:stretch/>
        </p:blipFill>
        <p:spPr>
          <a:xfrm>
            <a:off x="2561492" y="2463800"/>
            <a:ext cx="7069015" cy="388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753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atinLnBrk="0"/>
            <a:r>
              <a:rPr lang="en-US" altLang="ko-KR" dirty="0"/>
              <a:t>Sports radar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55B69D-34B6-4E1C-AC3B-0FD09129EC3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0" t="22700" r="8535" b="15762"/>
          <a:stretch/>
        </p:blipFill>
        <p:spPr>
          <a:xfrm>
            <a:off x="3596053" y="2321170"/>
            <a:ext cx="4651131" cy="256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20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atinLnBrk="0"/>
            <a:r>
              <a:rPr lang="en-US" altLang="ko-KR" dirty="0"/>
              <a:t>Military radar</a:t>
            </a:r>
            <a:endParaRPr kumimoji="0" lang="en-US" altLang="ko-K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710EF6-25C9-4823-9B97-9AC5788FE4C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3" t="16254" r="8002" b="5895"/>
          <a:stretch/>
        </p:blipFill>
        <p:spPr>
          <a:xfrm>
            <a:off x="3437792" y="2409092"/>
            <a:ext cx="481818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76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B3505-9E6F-44FA-82B3-3E42EC52D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0657"/>
            <a:ext cx="10515600" cy="1325563"/>
          </a:xfrm>
        </p:spPr>
        <p:txBody>
          <a:bodyPr/>
          <a:lstStyle/>
          <a:p>
            <a:r>
              <a:rPr lang="ko-KR" altLang="en-US" dirty="0"/>
              <a:t>요구사항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221F0E-AC52-447D-8338-01CE435BE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5781"/>
            <a:ext cx="12192000" cy="6326909"/>
          </a:xfrm>
        </p:spPr>
        <p:txBody>
          <a:bodyPr>
            <a:normAutofit fontScale="92500" lnSpcReduction="10000"/>
          </a:bodyPr>
          <a:lstStyle/>
          <a:p>
            <a:r>
              <a:rPr lang="ko-KR" altLang="ko-KR" dirty="0"/>
              <a:t>※ 다음은 앞으로 진행될 개발에 의견이 필요한 내용들입니다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en-US" altLang="ko-KR" dirty="0"/>
              <a:t>1. </a:t>
            </a:r>
            <a:r>
              <a:rPr lang="ko-KR" altLang="ko-KR" dirty="0"/>
              <a:t>홈페이지 로고 컨셉</a:t>
            </a:r>
            <a:r>
              <a:rPr lang="en-US" altLang="ko-KR" dirty="0"/>
              <a:t> (</a:t>
            </a:r>
            <a:r>
              <a:rPr lang="ko-KR" altLang="ko-KR" dirty="0"/>
              <a:t>현재 보여진 로고는 </a:t>
            </a:r>
            <a:r>
              <a:rPr lang="ko-KR" altLang="ko-KR" dirty="0" err="1"/>
              <a:t>임시용입니다</a:t>
            </a:r>
            <a:r>
              <a:rPr lang="en-US" altLang="ko-KR" dirty="0"/>
              <a:t>.) ( size </a:t>
            </a:r>
            <a:r>
              <a:rPr lang="ko-KR" altLang="ko-KR" dirty="0"/>
              <a:t>상관없음</a:t>
            </a:r>
            <a:r>
              <a:rPr lang="en-US" altLang="ko-KR" dirty="0"/>
              <a:t>)</a:t>
            </a:r>
            <a:endParaRPr lang="ko-KR" altLang="ko-KR" dirty="0"/>
          </a:p>
          <a:p>
            <a:r>
              <a:rPr lang="en-US" altLang="ko-KR" dirty="0"/>
              <a:t>2. </a:t>
            </a:r>
            <a:r>
              <a:rPr lang="ko-KR" altLang="ko-KR" dirty="0" err="1"/>
              <a:t>메인화면에</a:t>
            </a:r>
            <a:r>
              <a:rPr lang="ko-KR" altLang="ko-KR" dirty="0"/>
              <a:t> 보여지는</a:t>
            </a:r>
            <a:r>
              <a:rPr lang="en-US" altLang="ko-KR" dirty="0"/>
              <a:t> &lt;</a:t>
            </a:r>
            <a:r>
              <a:rPr lang="ko-KR" altLang="ko-KR" dirty="0" err="1"/>
              <a:t>인트로</a:t>
            </a:r>
            <a:r>
              <a:rPr lang="ko-KR" altLang="ko-KR" dirty="0"/>
              <a:t> 화면 슬라이드</a:t>
            </a:r>
            <a:r>
              <a:rPr lang="en-US" altLang="ko-KR" dirty="0"/>
              <a:t>&gt; </a:t>
            </a:r>
            <a:r>
              <a:rPr lang="ko-KR" altLang="ko-KR" dirty="0"/>
              <a:t>에 들어갈 사진</a:t>
            </a:r>
            <a:r>
              <a:rPr lang="en-US" altLang="ko-KR" dirty="0"/>
              <a:t> (size : 1000* 270px)</a:t>
            </a:r>
            <a:endParaRPr lang="ko-KR" altLang="ko-KR" dirty="0"/>
          </a:p>
          <a:p>
            <a:r>
              <a:rPr lang="en-US" altLang="ko-KR" dirty="0"/>
              <a:t>3. </a:t>
            </a:r>
            <a:r>
              <a:rPr lang="ko-KR" altLang="ko-KR" dirty="0" err="1"/>
              <a:t>메인화면에</a:t>
            </a:r>
            <a:r>
              <a:rPr lang="ko-KR" altLang="ko-KR" dirty="0"/>
              <a:t> 보여지는</a:t>
            </a:r>
            <a:r>
              <a:rPr lang="en-US" altLang="ko-KR" dirty="0"/>
              <a:t> &lt;</a:t>
            </a:r>
            <a:r>
              <a:rPr lang="ko-KR" altLang="ko-KR" dirty="0" err="1"/>
              <a:t>임시용</a:t>
            </a:r>
            <a:r>
              <a:rPr lang="ko-KR" altLang="ko-KR" dirty="0"/>
              <a:t> 이미지</a:t>
            </a:r>
            <a:r>
              <a:rPr lang="en-US" altLang="ko-KR" dirty="0"/>
              <a:t>&gt; </a:t>
            </a:r>
            <a:r>
              <a:rPr lang="ko-KR" altLang="ko-KR" dirty="0"/>
              <a:t>에 들어갈 사진 및 문구</a:t>
            </a:r>
            <a:r>
              <a:rPr lang="en-US" altLang="ko-KR" dirty="0"/>
              <a:t> (size : 440 * 250px)</a:t>
            </a:r>
            <a:endParaRPr lang="ko-KR" altLang="ko-KR" dirty="0"/>
          </a:p>
          <a:p>
            <a:r>
              <a:rPr lang="en-US" altLang="ko-KR" dirty="0"/>
              <a:t>4. </a:t>
            </a:r>
            <a:r>
              <a:rPr lang="ko-KR" altLang="ko-KR" dirty="0"/>
              <a:t>상단메뉴</a:t>
            </a:r>
            <a:r>
              <a:rPr lang="en-US" altLang="ko-KR" dirty="0"/>
              <a:t> &gt; ART Lab </a:t>
            </a:r>
            <a:r>
              <a:rPr lang="ko-KR" altLang="ko-KR" dirty="0"/>
              <a:t>에 들어갈</a:t>
            </a:r>
            <a:r>
              <a:rPr lang="en-US" altLang="ko-KR" dirty="0"/>
              <a:t> &lt;</a:t>
            </a:r>
            <a:r>
              <a:rPr lang="ko-KR" altLang="ko-KR" dirty="0"/>
              <a:t>이미지</a:t>
            </a:r>
            <a:r>
              <a:rPr lang="en-US" altLang="ko-KR" dirty="0"/>
              <a:t>&gt; (size : 1000 * 400px)</a:t>
            </a:r>
            <a:endParaRPr lang="ko-KR" altLang="ko-KR" dirty="0"/>
          </a:p>
          <a:p>
            <a:r>
              <a:rPr lang="en-US" altLang="ko-KR" dirty="0"/>
              <a:t>5. </a:t>
            </a:r>
            <a:r>
              <a:rPr lang="ko-KR" altLang="ko-KR" dirty="0"/>
              <a:t>상단메뉴</a:t>
            </a:r>
            <a:r>
              <a:rPr lang="en-US" altLang="ko-KR" dirty="0"/>
              <a:t> &gt; People </a:t>
            </a:r>
            <a:r>
              <a:rPr lang="ko-KR" altLang="ko-KR" dirty="0"/>
              <a:t>에 들어갈 프로필사진</a:t>
            </a:r>
            <a:r>
              <a:rPr lang="en-US" altLang="ko-KR" dirty="0"/>
              <a:t> () (size : 150 * 240px)   </a:t>
            </a:r>
            <a:endParaRPr lang="ko-KR" altLang="ko-KR" dirty="0"/>
          </a:p>
          <a:p>
            <a:r>
              <a:rPr lang="en-US" altLang="ko-KR" dirty="0"/>
              <a:t>     -&gt; </a:t>
            </a:r>
            <a:r>
              <a:rPr lang="ko-KR" altLang="ko-KR" dirty="0"/>
              <a:t>교수님 사진은 파워포인트로 주신 이미지를 잘라서 써도 된다면</a:t>
            </a:r>
            <a:r>
              <a:rPr lang="en-US" altLang="ko-KR" dirty="0"/>
              <a:t> researcher / student </a:t>
            </a:r>
            <a:r>
              <a:rPr lang="ko-KR" altLang="ko-KR" dirty="0"/>
              <a:t>이미지만 필요합니다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​</a:t>
            </a:r>
          </a:p>
          <a:p>
            <a:r>
              <a:rPr lang="ko-KR" altLang="ko-KR" dirty="0"/>
              <a:t>홈페이지에 들어갈 이미지 제작은 저희가 </a:t>
            </a:r>
            <a:r>
              <a:rPr lang="ko-KR" altLang="ko-KR" dirty="0" err="1"/>
              <a:t>도와드릴수</a:t>
            </a:r>
            <a:r>
              <a:rPr lang="ko-KR" altLang="ko-KR" dirty="0"/>
              <a:t> 있으나</a:t>
            </a:r>
            <a:r>
              <a:rPr lang="en-US" altLang="ko-KR" dirty="0"/>
              <a:t>, </a:t>
            </a:r>
            <a:br>
              <a:rPr lang="en-US" altLang="ko-KR" dirty="0"/>
            </a:br>
            <a:r>
              <a:rPr lang="ko-KR" altLang="ko-KR" dirty="0"/>
              <a:t>디자이너가 방향이나 컨셉을 정확하게 이해하려면</a:t>
            </a:r>
            <a:r>
              <a:rPr lang="en-US" altLang="ko-KR" dirty="0"/>
              <a:t>, </a:t>
            </a:r>
            <a:r>
              <a:rPr lang="ko-KR" altLang="ko-KR" dirty="0"/>
              <a:t>아이디어나 참고가 될 만한 그림자료가 필요합니다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그런</a:t>
            </a:r>
            <a:r>
              <a:rPr lang="en-US" altLang="ko-KR" dirty="0"/>
              <a:t> </a:t>
            </a:r>
            <a:r>
              <a:rPr lang="ko-KR" altLang="ko-KR" dirty="0"/>
              <a:t>그림 자료들을 찾아 메일로 함께 전송해주시면 감사하겠습니다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ko-KR" dirty="0"/>
              <a:t>​</a:t>
            </a:r>
          </a:p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523437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51FAC-28B9-4959-92BA-FE41ED05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ko-KR" dirty="0"/>
              <a:t>홈페이지 로고 컨셉</a:t>
            </a:r>
            <a:br>
              <a:rPr lang="ko-KR" altLang="ko-KR" dirty="0"/>
            </a:b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A6D9F2E-D51A-4D40-B5E9-67614D4C3D11}"/>
              </a:ext>
            </a:extLst>
          </p:cNvPr>
          <p:cNvSpPr txBox="1">
            <a:spLocks/>
          </p:cNvSpPr>
          <p:nvPr/>
        </p:nvSpPr>
        <p:spPr>
          <a:xfrm>
            <a:off x="681182" y="25502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이전 </a:t>
            </a:r>
            <a:r>
              <a:rPr lang="ko-KR" altLang="en-US" dirty="0" err="1"/>
              <a:t>회의시</a:t>
            </a:r>
            <a:r>
              <a:rPr lang="en-US" altLang="ko-KR" dirty="0"/>
              <a:t>, ART LAB</a:t>
            </a:r>
            <a:r>
              <a:rPr lang="ko-KR" altLang="en-US" dirty="0"/>
              <a:t>의 글씨로 디자인 </a:t>
            </a:r>
            <a:r>
              <a:rPr lang="ko-KR" altLang="en-US" dirty="0" err="1"/>
              <a:t>요청드렸습니다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4908655" y="4092059"/>
            <a:ext cx="23746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4400" dirty="0"/>
              <a:t>ART LAB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469380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24A99-9704-482C-BA0A-4DB3136F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ko-KR" dirty="0" err="1"/>
              <a:t>메인화면에</a:t>
            </a:r>
            <a:r>
              <a:rPr lang="ko-KR" altLang="ko-KR" dirty="0"/>
              <a:t> 보여지는</a:t>
            </a:r>
            <a:r>
              <a:rPr lang="en-US" altLang="ko-KR" dirty="0"/>
              <a:t> &lt;</a:t>
            </a:r>
            <a:r>
              <a:rPr lang="ko-KR" altLang="ko-KR" dirty="0" err="1"/>
              <a:t>인트로</a:t>
            </a:r>
            <a:r>
              <a:rPr lang="ko-KR" altLang="ko-KR" dirty="0"/>
              <a:t> 화면 슬라이드</a:t>
            </a:r>
            <a:r>
              <a:rPr lang="en-US" altLang="ko-KR" dirty="0"/>
              <a:t>&gt; </a:t>
            </a:r>
            <a:r>
              <a:rPr lang="ko-KR" altLang="ko-KR" dirty="0"/>
              <a:t>에 들어갈 사진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ED6F5B-663E-417C-B926-01E8C6B6C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2228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24A99-9704-482C-BA0A-4DB3136F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3. </a:t>
            </a:r>
            <a:r>
              <a:rPr lang="ko-KR" altLang="ko-KR" dirty="0"/>
              <a:t>메인</a:t>
            </a:r>
            <a:r>
              <a:rPr lang="en-US" altLang="ko-KR" dirty="0"/>
              <a:t> </a:t>
            </a:r>
            <a:r>
              <a:rPr lang="ko-KR" altLang="ko-KR" dirty="0"/>
              <a:t>화면에 보여지는</a:t>
            </a:r>
            <a:r>
              <a:rPr lang="en-US" altLang="ko-KR" dirty="0"/>
              <a:t> &lt;</a:t>
            </a:r>
            <a:r>
              <a:rPr lang="ko-KR" altLang="ko-KR" dirty="0" err="1"/>
              <a:t>임시용</a:t>
            </a:r>
            <a:r>
              <a:rPr lang="ko-KR" altLang="ko-KR" dirty="0"/>
              <a:t> 이미지</a:t>
            </a:r>
            <a:r>
              <a:rPr lang="en-US" altLang="ko-KR" dirty="0"/>
              <a:t>&gt; </a:t>
            </a:r>
            <a:r>
              <a:rPr lang="ko-KR" altLang="ko-KR" dirty="0"/>
              <a:t>에 들어갈 사진 및 문구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ED6F5B-663E-417C-B926-01E8C6B6C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메인 화면에는 슬라이드만 들어갈 예정이지만 랩 비전 연구주제를 설명 할 수 있는 이미지가 필요하니</a:t>
            </a:r>
            <a:r>
              <a:rPr lang="en-US" altLang="ko-KR" dirty="0"/>
              <a:t>(Research/Interest)</a:t>
            </a:r>
            <a:r>
              <a:rPr lang="ko-KR" altLang="en-US" dirty="0"/>
              <a:t> 쪽 부탁드리겠습니다</a:t>
            </a:r>
            <a:r>
              <a:rPr lang="en-US" altLang="ko-KR" dirty="0"/>
              <a:t>. AI</a:t>
            </a:r>
            <a:r>
              <a:rPr lang="ko-KR" altLang="en-US" dirty="0"/>
              <a:t>와 레이더의 융합을 표현할 수 있는 이미지가 좋을 것 같습니다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아이디어 있으시면 그렇게 해주시면 감사하겠습니다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54959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C3ABF-67A0-41DE-8BF4-E2E150BF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ko-KR" dirty="0"/>
              <a:t>상단메뉴</a:t>
            </a:r>
            <a:r>
              <a:rPr lang="en-US" altLang="ko-KR" dirty="0"/>
              <a:t> &gt; ART Lab </a:t>
            </a:r>
            <a:r>
              <a:rPr lang="ko-KR" altLang="ko-KR" dirty="0"/>
              <a:t>에 들어갈</a:t>
            </a:r>
            <a:r>
              <a:rPr lang="en-US" altLang="ko-KR" dirty="0"/>
              <a:t> &lt;</a:t>
            </a:r>
            <a:r>
              <a:rPr lang="ko-KR" altLang="ko-KR" dirty="0"/>
              <a:t>이미지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3D113A-E238-4278-B591-68FEF4EB8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상단 바의 로고 말씀하시는 거라면 </a:t>
            </a:r>
            <a:r>
              <a:rPr lang="en-US" altLang="ko-KR" dirty="0"/>
              <a:t>ART LAB</a:t>
            </a:r>
            <a:r>
              <a:rPr lang="ko-KR" altLang="en-US" dirty="0"/>
              <a:t>이라는 글자를 이용하여 디자인해주시면 될 것 같습니다</a:t>
            </a:r>
            <a:r>
              <a:rPr lang="en-US" altLang="ko-KR" dirty="0"/>
              <a:t>. </a:t>
            </a:r>
            <a:r>
              <a:rPr lang="ko-KR" altLang="en-US" dirty="0"/>
              <a:t>이런 느낌으로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908655" y="4092059"/>
            <a:ext cx="23746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4400" dirty="0"/>
              <a:t>ART LAB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852201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24A99-9704-482C-BA0A-4DB3136F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5. </a:t>
            </a:r>
            <a:r>
              <a:rPr lang="ko-KR" altLang="ko-KR" sz="4000" dirty="0"/>
              <a:t>상단메뉴</a:t>
            </a:r>
            <a:r>
              <a:rPr lang="en-US" altLang="ko-KR" sz="4000" dirty="0"/>
              <a:t> &gt; People </a:t>
            </a:r>
            <a:r>
              <a:rPr lang="ko-KR" altLang="ko-KR" sz="4000" dirty="0"/>
              <a:t>에 들어갈 프로필사진</a:t>
            </a:r>
            <a:r>
              <a:rPr lang="en-US" altLang="ko-KR" sz="4000" dirty="0"/>
              <a:t> ()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ED6F5B-663E-417C-B926-01E8C6B6C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연구원분들께 자료 받는 대로 송부 드리겠습니다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941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951</Words>
  <Application>Microsoft Office PowerPoint</Application>
  <PresentationFormat>와이드스크린</PresentationFormat>
  <Paragraphs>110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PowerPoint 프레젠테이션</vt:lpstr>
      <vt:lpstr>전반적인 수정사항</vt:lpstr>
      <vt:lpstr>PowerPoint 프레젠테이션</vt:lpstr>
      <vt:lpstr>PowerPoint 프레젠테이션</vt:lpstr>
      <vt:lpstr>People 탭 :  </vt:lpstr>
      <vt:lpstr>PowerPoint 프레젠테이션</vt:lpstr>
      <vt:lpstr>PowerPoint 프레젠테이션</vt:lpstr>
      <vt:lpstr>people 탭/researcher, people 탭/student</vt:lpstr>
      <vt:lpstr>Research 탭</vt:lpstr>
      <vt:lpstr>Research 탭/Project</vt:lpstr>
      <vt:lpstr>Research 탭/Paper : 우측에 있는 검은 하위항목 패널을 빼고 상단에 탭으로 빼 주시기 바랍니다 줄이 너무 많습니다 다 없애 주시고  International Journal-&gt;줄-&gt;저널리스트-&gt;공백-&gt;domestic journals-&gt;줄-&gt;저널리스트-&gt;공백-&gt;… 이런 식으로 해주시기 바랍니다</vt:lpstr>
      <vt:lpstr>PowerPoint 프레젠테이션</vt:lpstr>
      <vt:lpstr>Interest </vt:lpstr>
      <vt:lpstr>Project </vt:lpstr>
      <vt:lpstr>Project </vt:lpstr>
      <vt:lpstr>Project</vt:lpstr>
      <vt:lpstr>Project</vt:lpstr>
      <vt:lpstr>Project</vt:lpstr>
      <vt:lpstr>요구사항</vt:lpstr>
      <vt:lpstr>1. 홈페이지 로고 컨셉 </vt:lpstr>
      <vt:lpstr>2. 메인화면에 보여지는 &lt;인트로 화면 슬라이드&gt; 에 들어갈 사진</vt:lpstr>
      <vt:lpstr>3. 메인 화면에 보여지는 &lt;임시용 이미지&gt; 에 들어갈 사진 및 문구</vt:lpstr>
      <vt:lpstr>4. 상단메뉴 &gt; ART Lab 에 들어갈 &lt;이미지&gt;</vt:lpstr>
      <vt:lpstr>5. 상단메뉴 &gt; People 에 들어갈 프로필사진 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 </cp:lastModifiedBy>
  <cp:revision>124</cp:revision>
  <dcterms:created xsi:type="dcterms:W3CDTF">2020-03-27T00:56:55Z</dcterms:created>
  <dcterms:modified xsi:type="dcterms:W3CDTF">2020-05-14T00:13:12Z</dcterms:modified>
</cp:coreProperties>
</file>